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Cap Collective Teacher Professional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2-Hour Launch Workshop — Ready to Run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572000"/>
            <a:ext cx="3047695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Workshop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Welcome &amp; Introductions (10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Program Overview: Why Cap Collective?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Safety Certification Walkthrough (30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Hands-On: Build Your First Collection Box (25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Break (10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Dashboard Setup &amp; Data Walkthrough (20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84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Lesson Plan Deep Dive: Week 1-2 (20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684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Q&amp;A, Resources, Next Steps (10 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Cap Collective?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Only 3% of bottle caps recycled globally — we fix this at the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Students run everything: collection, processing, sales, data,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Hits 15+ NGSS/Common Core/IB standards in one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Generates revenue ($500+/semester) to fund school garden/grants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Builds leadership: every student rotates through 7 certified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Scalable: Start at $500, grow to $10,000+ district 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5-Step Process (Every Student Learns All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1. COLLECT — HDPE #2 / PP #5 caps in campus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2. CLEAN — Remove liners, wash, air-dry 24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3. SHRED — 5-8mm uniform flakes (critical for quality)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4. MELT — Heat press: HDPE 140°C / PP 170°C (never &gt;200°C)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5. REFINE — Laser cut / injection mold / 3D filament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Safety First — Non-Negotiable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No certification = no machine access. 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One certified adult per 4 students at powered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Never exceed 200°C on any heating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Ventilation ALWAYS on before heating plastic (100+ CFM)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PPE at all times: goggles, heat gloves (500°F), respirator (N95+), apron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Stop immediately if burning smell, smoke, or grinding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84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Hands NEVER in shredder hopper or press platen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Student Roles — Leadership Rotates Quarterly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229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Certification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Grades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Collection Captain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Zone mapping, box monitoring, Friday pickup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 + Data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Wash Station Lead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Cleaning protocol, liner removal, drying logs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Hygiene + Material ID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Shredder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Feeding, sieving, flake quality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Shredder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Press Operator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 monitoring, parchment sandwich, timing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Heat Press Safety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Design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Fusion 360/Tinkercad, mold design, QC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Design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Analyst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 maintenance, trend reports, alerts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Sheets/Arduino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6+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Business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Inventory, pricing, sales,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Financial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18-Week Implementation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245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Activities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 MOU, space prep, equipment order, student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Signed agreement, orders placed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 boxes, install sensors, safety certs, first collection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5+ boxes live, dashboard active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Weekly cycles: collect→wash→shred→press→finish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500+ caps, first batch 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9-12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Design sprint, mold making, QC, branding, packaging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3+ product lines ready to sell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Eco-store launch, community sale, impact report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$500+ revenue, public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16-18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Reflection, documentation, train next cohort, grant apps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Handoff guide, grant submitted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Hands-On Activity: Build a Collection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Materials: 5mm plywood (pre-cut from cad/collection_box.scad), wood glue, 4mm screws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Assembly: Bottom → Front (with slot + window) → Back (IR sensor holes) → Left → Right → 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Laser cut DXF from OpenSCAD: Top view (numpad 7) → Export → DXF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Cost: ~$15-25 per box in 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Student activity: "Box Building Day" — sand, glue, assemble, decorate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Deploy: 1 box per 150 students minimum, map high-traffic zones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Dashboard Setup — Live Data in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1. Fork cap-collective-dashboard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2. Create Supabase project (free tier)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3. Run SQL schema from 16_WEBSITE_AND_DASHBOARD_DEPLOYMENT.md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4. Add Supabase URL + Anon Key to Vercel environment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5. Deploy to Vercel — auto-builds in 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6. Share dashboard URL with students for real-time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84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7. Optional: Connect ESP32 sensors via 29_IOT_AND_LIVE_TRACKING.md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Curriculum Mapping — Standards-Aligned from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K-2: K-ESS3-3 (reduce human impact), 2-PS1-1 (classify materials)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3-5: 3-5-ETS1-1 (define design problem), 5-PS1-3 (identify materials)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6-8: MS-PS1-3 (synthetic materials impact), MS-ETS1-2 (evaluate designs)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9-12: HS-PS2-6 (material properties), HS-ETS1-3 (optimize solutions)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Cross-curricular: Math (stats, measurement), CS (Arduino, dashboards), Art (design), Business (pricing, marketing)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Full mapping in 06_CURRICULUM_STANDARDS_MAPPING.md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Resources You Leave With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Complete Teacher Implementation Guide (50 pages)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12 Full Lesson Plans with Worksheets (4 grade bands)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Safety SOPs + Risk Assessment + Certification Quizzes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Command Center Google Sheets (8 tabs, auto-formulas)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Launch Deck (30 slides) + Speaker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Grant Templates (4) + Fundraising Scripts (5)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84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CAD Files (collection box, coaster frame, keychain mold)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684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Firmware (ESP32 Node 1, Node 2, Radio Tower)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525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Dashboard (Next.js + Supabase, deploy 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365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✅ Ongoing: Monthly office hours, Discord community, sub-ready videos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Next Steps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1. Schedule 30-min admin pitch (use Launch Deck Slides 1-24)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2. Complete space assessment (ventilation, power, water, storage)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3. Choose budget tier: Core / FabLab /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4. Submit PO or grant application (templates in kit)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5. Recruit 2 Teacher Champions + 4 Student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6. Order equipment (supplier list in 30_SUPPLIER_AND_PARTNER_DIRECTORY.md)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84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7. Join Discord community for ongoing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Support &amp;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🌐 Website: capcollective.vercel.app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📊 Live Dashboard: bottle-cap-tracker.vercel.app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48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💬 Discord: discord.gg/capcollective (50+ teachers globally)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📧 Monthly Office Hours: First Tuesday, 4pm 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🎥 Substitute-Ready Videos: Every machine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📚 Instructables: 12-step build guide with photos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84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❓ Email: support@capcollective.org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Teacher PD — capcollective.org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Questions? Let's build the bridge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572000"/>
            <a:ext cx="3047695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