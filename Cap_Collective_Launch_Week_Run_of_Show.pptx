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Cap Collective Launch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Calibri"/>
              </a:defRPr>
            </a:pPr>
            <a:r>
              <a:t>Run-of-Show &amp; Communications Kit — 5 Days to Live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572000"/>
            <a:ext cx="3047695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Launch Week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Goal: From zero to live collection + first caps processed in 5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Audience: Entire school community (students, staff, parents, partners)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Theme: "Join the Bridge — Create the Impact"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225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Daily rhythm: Morning announcement → Activity → Reflection → Data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Culmination: Friday "First Batch Celebration" with product reveal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Launch Week — capcollective.org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Monday — Kickoff &amp; Box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🌅 7:30 AM: Green Team sets up boxes in 5 zones (café, gym, entry, library, hallway)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📢 8:00 AM: All-school announcement (script in kit) + Launch Deck mini-assembly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🔨 9:00 AM: "Box Building Day" — K-5 decorate, 6-12 assemble laser-cut kits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225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📦 11:00 AM: Boxes deployed, IR sensors tested, dashboard goes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📝 1:00 PM: First collection log entries, student role applications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📱 3:00 PM: Social media launch — #CapCollectiveLaunch #FeedTheBox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64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📧 4:00 PM: Parent email #1 sent (template in kit)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Launch Week — capcollective.org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Tuesday — Safety Certification &amp; First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🌅 7:30 AM: Box check — swap full boxes, log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🛡️ 8:30 AM: Safety Certification Stations (rotate every 20 min):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751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Station A: Heat Press (temp check, parchment sandwich, timing)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225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Station B: Shredder (feed rate, plunger use, sieve test)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70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Station C: Wash/Dry (liner removal, soap, 24hr dry)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Station D: QC (caliper check, batch logging, sign-off)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64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11:30 AM: Certified students get role badges + lanyards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124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🗑️ 1:00 PM: First official Friday-style collection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599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📊 2:30 PM: Data Analysts enter counts → dashboard updates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074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📧 4:00 PM: Parent email #2 — "Ask your student about their role!"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Launch Week — capcollective.org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Wednesday — Process Cycle Begins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🌅 7:30 AM: Collection + weigh-in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🧼 8:00 AM: Wash Station — all caps from Mon/Tue washed, drying racks 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⚙️ 10:00 AM: Shredder Demo — certified operators run first batch, sieve to 5-8mm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225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🔥 11:30 AM: Heat Press Demo — flakes → sheet (140°C HDPE, 5+5+5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❄️ 1:00 PM: Cool under weight, QC check, first sheet photographed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📊 2:00 PM: Data entry — weight, yield %, flake quality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64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🎨 2:30 PM: Design Engineers start Tinkercad coaster designs (K-5: decorate templates)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124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📧 4:00 PM: Staff update email — "Week 1 progress: X caps, Y kg, Z students certified"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Launch Week — capcollective.org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Thursday — Product Development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🌅 7:30 AM: Collection + weigh-in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✂️ 8:00 AM: Laser Cut Demo — coaster frame cuts 4 coasters from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🎨 9:30 AM: Design Sprint — students iterate coaster designs, vote on top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225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📦 11:00 AM: First coaster batch pressed, cut, sanded, branded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💰 1:00 PM: Business Managers calculate COGS, set pilot price ($8-12/set)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📸 2:00 PM: Product photography for store/website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64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📊 2:30 PM: Dashboard check — update collection trends, product inventory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124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📱 3:00 PM: Student takeover — Instagram/TikTok "Day in the Life"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599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📧 4:00 PM: Community partner email — "Come see our launch Friday!"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Launch Week — capcollective.org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Friday — Launch Celebration &amp; First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🌅 7:30 AM: Final collection of the week — weigh, log, celebrate totals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🎉 9:00 AM: "First Batch Celebration" Assembly (30 min):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751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• Student leads present: caps collected, kg diverted, CO2e saved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225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• Reveal first coaster sets — student designers recognized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70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• Principal &amp; partners speak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• Live dashboard on screen — real-time counter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64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🏪 10:30 AM: POP-UP ECO-STORE OPENS — first sales to students/staff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124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📊 12:00 PM: Sales data entered → P&amp;L calculated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599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📝 1:00 PM: Reflection circles — "What surprised you? What's next?"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074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📱 2:00 PM: Press release sent (template in kit) + social media blitz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📧 4:00 PM: Weekly Impact Report #1 emailed to all stakeholders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Launch Week — capcollective.org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Communications Templates Included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740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Template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Audience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Timing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All-School Announcement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Students/Staff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 8:00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 System /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Parent Email #1: "We're Launching!"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Parents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 4:00 PM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/ Newsletter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Parent Email #2: "Ask About Their Role"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Tue 4:00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Staff Weekly Update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Teachers/Admin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Daily 4:00 PM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/ Slack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Community Partner Invitation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Cafés/Businesses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Thu 4:00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/ 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Press Release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Media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Fri 2:00 PM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/ Wire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Social Media Pack (7 posts)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Community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Mon-Fri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Instagram/FB/Twitter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 Takeover Guide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Students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Fri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Instagram Stories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Impact Report 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Stakeholders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Fri 4:00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/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Grant Progress Update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Funders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Fri 4:00 PM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/ Portal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Launch Week — capcollective.org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Social Media Content Calendar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771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 Theme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Visual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Hashtags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 Lead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Launch Announcement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Box building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#CapCollectiveLaunch #FeedTheBox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Tuesday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 First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Certification badges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#SafetyFirst #StudentLed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 Lead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Wednesday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Process Reveal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Shredder/press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#CircularEconomy #Upcycle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Tech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Thursday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Design Sprint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Coaster designs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#StudentDesign #STEAM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Design Lead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Friday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CELEBRATION!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First products +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#LaunchDay #ZeroWaste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Weekend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Impact Summary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Dashboard screenshot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#WeeklyImpact #DataDriven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Lead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Next 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2 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Next week goals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#Week2 #Momentum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Program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Launch Week — capcollective.org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Launch Week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5+ collection boxes deployed and logging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20+ students safety certified across 4+ stations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500+ caps collected, weighed, and logged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225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1+ full process cycle completed (collect → clean → shred → press → refine)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1+ product batch finished (coasters/keychains) and QC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$100+ in first-day sales at pop-up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64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Dashboard live with real data, shared publicly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124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3+ parent/community communications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599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1+ press/social media mention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074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✅ All stakeholders received Friday Impact 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Launch Week — capcollective.org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Risk Mitigation — "What If?" Scenarios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771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 (in kit)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collection 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Backup caps from cafeteria; announce challenge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Equipment delay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Core tier uses hand tools; press later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 incident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SOPs, certifications, 1:4 ratio, stop-work authority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Sensor failure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Manual entry fallback; CSV import to Sheets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student sign-up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Role cards + gamification (24_ENGAGEMENT_GUIDE)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 pushback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12_SCHOOL_BUYIN_PLAYBOOK + admin checklist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Weather (outdoor boxes)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Indoor backup zones identified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D6A7"/>
                </a:solidFill>
                <a:latin typeface="Calibri"/>
              </a:defRPr>
            </a:pPr>
            <a:r>
              <a:t>Cap Collective Launch Week — capcollective.org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 — Let's Launch!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D6A7"/>
                </a:solidFill>
                <a:latin typeface="Calibri"/>
              </a:defRPr>
            </a:pPr>
            <a:r>
              <a:t>Every cap counts. Every student leads. Every week grows.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572000"/>
            <a:ext cx="3047695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