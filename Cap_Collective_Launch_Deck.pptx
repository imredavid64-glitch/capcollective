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distant problem. It's in our cafeteria, our playground, our community. Bottle caps are among the top 5 deadliest marine debris items — small, colorful, mistaken for food.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step is visible, measurable, and student-run. This is the "Bridge."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has a student role. Safety protocols at every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Core. Scale up. Every tier produces real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conservative. Pilot schools hit 10k caps in 8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A5D6A7"/>
                </a:solidFill>
              </a:defRPr>
            </a:pPr>
            <a:r>
              <a:t>From Bottle Caps to Community Impact — A Student-Led Innovation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3628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D6A7"/>
                </a:solidFill>
                <a:latin typeface="Calibri"/>
              </a:defRPr>
            </a:pPr>
            <a:r>
              <a:t>Cap Collective — Open Source Circular Economy Education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— VISUAL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One Image, One Statistic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**Visual:** Photo of marine life affected by bottle caps OR local school litter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**Stat:** "Only 3% of bottle caps are recycled globally. 60 billion caps produced annually in the US alone."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**Caption:** "The distance between an idea and its impact is the bridge we build today."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 of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BOTTLE CAPS? (K-5 Track)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The "Cap Detectives"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Caps are made of **HDPE (Plastic #2)** — different from bottles (PET #1)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Too small for big recycling machines → they fall through the cracks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**But:** Clean caps = high-value material we can use RIGHT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**Analogy:** Like sorting Legos by color before building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3 of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BOTTLE CAPS? (6-12 Track)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Material Science &amp; Systems Thinking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Bottle (PET #1)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(HDPE #2 / PP #5)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1.38 g/cm³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 g/cm³ (floats!)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Melting Point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260°C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130-160°C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Industrial Sorting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Optical sorters catch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**Falls through trommels**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 Value (recycled)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$300-400/ton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**$500-800/ton**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**Key Insight:** Source separation at school captures value that industrial systems lose.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4 of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BRIDGE METAPHOR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Intent → Action →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[Student wants to help] → [Drops cap in box] → [IR sensor counts it]</a:t>
            </a:r>
            <a:br/>
            <a:r>
              <a:t>                                                    ↓</a:t>
            </a:r>
            <a:br/>
            <a:r>
              <a:t>[Dashboard shows progress] ← [Data uploaded] ← [Weekly collection]</a:t>
            </a:r>
            <a:br/>
            <a:r>
              <a:t>                                                    ↓</a:t>
            </a:r>
            <a:br/>
            <a:r>
              <a:t>[Caps washed &amp; shredded] → [Heat press → sheets] → [Laser cut products]</a:t>
            </a:r>
            <a:br/>
            <a:r>
              <a:t>                                                    ↓</a:t>
            </a:r>
            <a:br/>
            <a:r>
              <a:t>[School store sales] → [Funds garden/grants] → [Cycle repeats]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5 of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COLLECTION BOXES (K-5)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Build Your Own Cap 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Laser-cut wood design (files in `cad/collection_box.scad` — export to DXF)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Clear acrylic front — see the caps pile up!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IR sensor slot for auto-counting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**Class Activity:** "Box Building Day" — sand, glue, assemble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**Cost:** ~$15-25 per box in materials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6 of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COLLECTION SYSTEM (6-12)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Zone Mapping &amp; Deployment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1. **Audit:** Map high-traffic zones (cafeteria, gym, entry, library)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2. **Deploy:** 1 box per 150 students minimum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3. **Brand:** Student-designed signage ("Feed the Box!")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4. **Tech:** ESP32 + IR beam-break sensor → WiFi →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5. **Schedule:** Student "Green Team" collects Fridays, weighs,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7 of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TRANSFORMATION CYCLE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5 Steps: Collect → Clean → Shred → Melt → Refine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STEP 1: COLLECT     →  Source-separated HDPE/PP caps</a:t>
            </a:r>
            <a:br/>
            <a:r>
              <a:t>STEP 2: CLEAN       →  Warm soapy water, remove liners, dry 24hrs</a:t>
            </a:r>
            <a:br/>
            <a:r>
              <a:t>STEP 3: SHRED       →  5-8mm uniform flakes (critical for quality)</a:t>
            </a:r>
            <a:br/>
            <a:r>
              <a:t>STEP 4: MELT        →  Heat press 140°C (HDPE) / 170°C (PP) — parchment sandwich</a:t>
            </a:r>
            <a:br/>
            <a:r>
              <a:t>STEP 5: REFINE      →  Laser cut / injection mold / 3D print filament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8 of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EQUIPMENT TIERS — CHOOSE YOUR STARTING POINT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**Core**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$500-1,000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Budget heat press, hand tools, PPE, DIY boxes, basic shredder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Primary schools, clubs, pilots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**FabLab**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$2,500-5,000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Auto-open press, 3D printer (Bambu/Prusa), Arduino sensors, GDPR shredder, basic CNC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Middle/High, makerspaces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**Center**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press, injection molder, Trotec laser, precision molds, ventilation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 schools, district hubs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9 of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STUDENTS MAKE — PRODUCT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Real Products, Real Value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 Band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 Needed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 Price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Coasters (set of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Heat press, laser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Desk Organizers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Heat press, laser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$12-18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Plant Pot / Seedling Tray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Injection molder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Keychains / Badges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Injection molder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Outdoor Tiles (12×12")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Heat press, large mold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3D Printer Filament (1kg)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Filament extruder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$20-30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School Signage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Laser cutter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**Visual:** Photos of each product (use Instructables examples)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10 of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CURRICULUM INTEGRATION — NOT AN ADD-ON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Mapped to Standards (NGSS, IB, Common Core, State)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K-2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3-5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6-8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**Science**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Properties of materials, recycling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States of matter, pollution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Chemical recycling, LCA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Polymer chemistry, circular economy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**Math**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Counting, sorting, graphing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Measurement, fractions, area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Statistics, optimization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Calculus (extrusion rates), econ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**CS/Tech**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Tablet data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 Forms,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Arduino, dashboards, Fusion 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API, CNC, AI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**Art/Design**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Decorate coasters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Tinkercad design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design, branding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Industrial design, UX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**Business**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store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Pricing, profit/loss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plan,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Supply chain, grants, B2B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11 of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GRADE-BAND PROGRAMS — K-2 "CAP DETECTIVES"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Focus: Observation, Sorting,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**Weekly:** Cap hunt → sort by color → count →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**Story:** "Cap's Journey" — picture book from bottle to coaster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**Product:** Decorate pre-made coasters (markers, stickers)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**Tech:** Teacher enters data on tablet (picture-based)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**Outcome:** "I can identify HDPE!" badge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12 of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GRADE-BAND PROGRAMS — 3-5 "CAP ENGINEERS"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Focus: Process, Measurement,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**Build:** Laser-cut collection boxes (assembly)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**Process:** Wash → shred (supervised) → press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**Design:** Tinkercad → coaster designs → laser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**Math:** Weigh flakes, calculate yield %, graph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**Product:** Coasters, simple injection keychains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13 of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GRADE-BAND PROGRAMS — 6-8 "CAP INNOVATORS"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Focus: Data, Product Dev, Entrepreneurship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**Sensors:** Program Arduino/ESP32 IR 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**Dashboard:** Build Google Sheets/Looker Studio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**Design:** Fusion 360 → 3D print molds → injection mold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**Biz:** Cost analysis, pricing, school store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**Product:** Full line + custom orders for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14 of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GRADE-BAND PROGRAMS — 9-12 "CAP SYSTEMS DESIGNERS"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Focus: Systems Engineering, Policy,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**LCA:** Life Cycle Assessment of recycled vs virgin plastic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**R&amp;D:** Test PP, LDPE, mixed streams; new mold designs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**Scale:** Supply chain optimization, grant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**Tech:** Python data analysis, API integration, CNC mold making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**Product:** Architectural tiles, furniture components, B2B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15 of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INTEGRATION — LIVE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Sensor → Dashboard →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**Hardware:** ESP32 + IR beam-break sensor ($8) per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**Data Flow:** Box → WiFi → Google Sheets / Vercel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**Features:** Real-time count, fill-level alerts, weekly trends, class leaderboards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**Student Role:** "Data Analyst" — maintains dashboard, finds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**Gamification:** Class competitions, school-wide goals, public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16 of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 FIRST —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Every Tier, Every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**Ventilation:** Active exhaust (100+ CFM) or fume hood — MANDATORY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**PPE:** Heat-resistant gloves (500°F), safety goggles, VOC respirators (N95+)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**Temperature:** IR thermometer verify 140-180°C — NEVER exceed 200°C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**Training:** Student certification before machine access (signed 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**Supervision:** 1 certified adult per 4 students at 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**Emergency:** Fire blanket, extinguisher, first aid, evacuation plan posted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17 of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18-WEEK IMPLEMENTATION TIMELINE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**Launch**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MOU, space prep, equipment order, student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Signed agreement, orders 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**Build**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boxes, install sensors, safety certs, first collection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5+ boxes live, dashboard active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**Process**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 cycles: collect→wash→shred→press→finish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500+ caps, first batch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**Product**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sprint, mold making, QC, branding, packaging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 product lines ready to sell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**Market**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Eco-store launch, community sale, impact report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$500+ revenue, public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**Scale**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16-18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Reflection, documentation, train next cohort, grant apps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Handoff guide, grant submitted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18 of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MEASURABLE IMPACT GOALS (Per Semester)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Caps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**10,000+**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Sensor + manual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Waste Diverted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 kg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**35+ kg**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Weight logs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Economic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**$250+**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Participation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**80%**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Role sign-ups + hours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CO₂e Avoided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**15+ kg**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EPA WARM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19 of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BUDGET &amp; FUNDING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Start-Up Capital Options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Typical Amount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PTA / Parent 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$500-2,000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Budget (STEM/Art)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$1,000-5,000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1-3 months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Business Sponsorship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$500-3,000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4-8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**Grants (see templates)**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**$2,000-25,000**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**2-6 months**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**High**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Pre-sales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$200-1,000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4-6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Crowdfunding (DonorsChoose)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$500-3,000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3-8 weeks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20 of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GRANT-READY NARRATIVE (Copy-Paste Ready)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"Cap Collective establishes a student-run circular manufacturing program that diverts HDPE waste from landfills while teaching NGSS-aligned STEM, entrepreneurship, and data science. Year 1: 10,000+ caps diverted, 50+ students certified, $500+ revenue reinvested in school garden. Scalable to district-wide."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**Included in Kit:** 4 grant templates (General Foundation, Erasmus+, Corporate Sponsorship, Crowdfunding) + 5 outreach scripts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21 of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COMMUNITY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The Circular Loop Extends Beyond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[Local Cafés] → donate caps → [School Processes] → [Coasters/Products] → [Return to Cafés]</a:t>
            </a:r>
            <a:br/>
            <a:r>
              <a:t>                                                    ↓</a:t>
            </a:r>
            <a:br/>
            <a:r>
              <a:t>[Community Events] ← [School Store Sales] ← [Funds: Garden, Grants, Scholarships]</a:t>
            </a:r>
            <a:br/>
            <a:r>
              <a:t>                                                    ↓</a:t>
            </a:r>
            <a:br/>
            <a:r>
              <a:t>[District Partners] ← [Curriculum Sharing] ← [Open-Source Kit] → [Global Network]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22 of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TEACHER SUPPORT — WE'RE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Professional Development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**2-hour virtual launch workshop** (recorded)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**Monthly office hours** (first Tuesday, 4pm)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**Slack/Discord community** — 50+ teachers globally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**Lesson plans ready Day 1** — zero prep for first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**Substitute-friendly** — video demos for every machine 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23 of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CHECKLIST — ADMIN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☐ 1. Designate Program Lead (stipend recommended)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2. Identify Space:** Ventilated room, 16A power, sink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☐ 3. Select Budget Tier &amp; Approve 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4. Sign Safety MOU** (included in kit)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5. Recruit Student Leads** (application form included)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6. Schedule PD** (before equipment arrives)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7. Launch Week Plan** (assembly, box building, first collection)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24 of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CHECKLIST — TEACHER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☐ 1. Review Teacher Guide Chapters 1-3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2. Complete Safety Certification** (2-hour online module)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3. Map Collection Zones** with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4. Build First Box** (class activity)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5. Set Up Dashboard** (see `16_WEBSITE_AND_DASHBOARD_DEPLOYMENT.md`)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6. Run Week 1 Collection** (celebrate first 100 caps!)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**☐ 7. Schedule Curriculum Blocks** (double periods recommended)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25 of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STUDENT LEADERSHIP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Roles Rotate Quarterly — Every Student Leads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Certification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**Collection Captain**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Zone mapping, box monitoring, Friday pickup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+ Data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**Wash Station Lead**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Cleaning protocol, liner removal, drying logs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Hygiene + Material 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**Shredder Operator**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Feeding, sieving, flake quality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Shredder Safety (14+)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**Press Operator**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 monitoring, parchment sandwich, timing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Heat Press Safety (14+)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**Design Engineer**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Fusion 360/Tinkercad, mold design, 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**Data Analyst**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maintenance, trend reports, alerts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Sheets/Arduino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**Business Manager**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Inventory, pricing, sales,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26 of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QUALITY CONTROL — STUDENT-LED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Every Product Meets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QC CHECKLIST (student-signed per batch):</a:t>
            </a:r>
            <a:br/>
            <a:r>
              <a:t>☐ Flake size uniform (5-8mm sieve test)</a:t>
            </a:r>
            <a:br/>
            <a:r>
              <a:t>☐ Sheet thickness ±0.5mm (caliper check)</a:t>
            </a:r>
            <a:br/>
            <a:r>
              <a:t>☐ No burn marks / discoloration</a:t>
            </a:r>
            <a:br/>
            <a:r>
              <a:t>☐ Edges sanded smooth (no sharp edges)</a:t>
            </a:r>
            <a:br/>
            <a:r>
              <a:t>☐ Dimensions match spec (±1mm)</a:t>
            </a:r>
            <a:br/>
            <a:r>
              <a:t>☐ Branding stamp applied</a:t>
            </a:r>
            <a:br/>
            <a:r>
              <a:t>☐ Batch logged: date, operators, material %,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**Failed batch?** → Re-shred → Re-press → Learn → Document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27 of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FIRST-YEAR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What "Good"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10+ schools implementing (district or network)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100,000+ caps diverted from landfill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500+ students directly engaged (certified roles)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$5,000+ product revenue reinvested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3+ grant applications submitted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Curriculum adopted by 2+ districts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✅ Open-source kit downloaded 500+ 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28 of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D6A7"/>
                </a:solidFill>
                <a:latin typeface="Calibri"/>
              </a:defRPr>
            </a:pPr>
            <a:r>
              <a:t>Slide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 — YOUR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This Week: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1. **Share this deck** with admin/STEM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2. **Schedule 30-min discovery call** (Calendly link)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3. **Identify your space &amp; budget tier**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4. **Nominate 2 Teacher Champions**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Next Month: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5. Submit PO / Grant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6. Receive equipment → Safety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7. Student applications → Team 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8. **LAUNCH WEEK!**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— Join the Bridge. Create the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Slide 29 of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