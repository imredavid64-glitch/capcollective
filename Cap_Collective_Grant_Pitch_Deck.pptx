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Cap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Student-Led Circular Manufacturing Grant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114800"/>
            <a:ext cx="3047695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Bottle Caps Are a Recycling Blind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Only 3% of bottle caps recycled globally (EPA)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60+ billion caps produced annually in US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Caps too small for industrial trommels — fall through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HDPE #2 / PP #5 caps = high-value material ($500-800/ton) wasted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Top 5 deadliest marine debris — mistaken for food by wildlife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Every school generates 10,000+ caps/semester — all landfilled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Solution: Micro-Factory in Every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Students collect → clean → shred → melt → refine into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5-step process: Collect, Clean, Shred, Melt (140-170°C), Refine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Closed loop: broken products go back to shredder — 100% recyclable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Three budget tiers: Core ($500), FabLab ($2,500), Center ($10,000+)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Real products: coasters, keychains, organizers, tiles, filament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Revenue funds school garden, grants, scholarships — self-sustaining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Educational Impact — Standards-Aligned Curriculum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Grade Band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Program Name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 Areas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Standards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 Detectives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Observation, sorting, storytelling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K-ESS3-3, 2-PS1-1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 Engineers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Measurement, building, basic design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3-5-ETS1-1, 5-PS1-3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 Innovators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Data, sensors, entrepreneurship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MS-PS1-3, MS-ETS1-2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9-12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 Systems Designers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LCA, R&amp;D, policy, scale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HS-PS2-6, HS-ETS1-3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Measurable Outcomes (Per Semester, Per School)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7882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Measurement Method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Caps Collected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IR sensor + manual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Plastic Diverted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35+ kg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Weight logs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CO₂e Avoided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65+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EPA WARM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 Revenue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 + inventory tracking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Students Engaged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80% participation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Role sign-ups + hours logged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 Certifications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 of machine operators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Quiz + practical demo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First-Year Network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10+ schools implementing across 3+ districts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100,000+ caps diverted from landfill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500+ students directly engaged in certified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$5,000+ product revenue reinvested in school gardens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3+ grant applications submitted (leveraging this funding)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Open-source curriculum adopted by 2+ districts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500+ kit downloads from GitHub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Budget Breakdown (FabLab Tier — $4,500 per School)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7229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 Cost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Secabo TC5 Auto-Open Heat 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Processing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GDPR Shredder (5-8mm)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Fabrication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Bambu Lab A1 3D Printer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Fabrication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Parametric Molds (Aluminum)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ESP32-S3 CAM + Ultrasonic (Node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IoT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 + IR Beam-Break (Node 2)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ESP32-S3 Radio Tower + Displays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Ventilation (100 CFM inline fan + duct)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PPE Bundle (gloves, goggles, respirators, aprons)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Consumables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Parchment, sandpaper, cleaning, molds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Curriculum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Printed guides, worksheets, badges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Contingency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10% buffer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$421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22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Sustainability Model — Self-Funding After Year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Year 1: Grant covers equipment + startup consumables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Year 2+: Product revenue ($500-2,000/semester) covers consumables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Eco-store profit split: 50% school garden, 30% program growth, 20% scholarships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Grant writing embedded in 9-12 curriculum — students write next year's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District scale: Hub school supports 4-5 spoke schools (shared equipment)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Corporate sponsorship: Local cafés buy coasters → closed loop in community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Evaluation Plan — Data-Driven Impact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Real-time dashboard: caps collected, weight, products, revenue, participation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Monthly: Collection trends, product mix, student hours, safety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Semester: Full impact report (environmental, educational, economic)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Annual: Third-party audit + student portfolio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Data shared openly: GitHub repo, public dashboards, research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IRB-ready protocol for academic research on STEM engagement + environmental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Equity &amp; Access — Every School Can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Core Tier ($500): Manual shredder, budget press, DIY boxes — works in any classroom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No internet required: Paper logs → Google Sheets when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Multilingual resources: Spanish, French, Mandarin translations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Accessibility guide: Physical, sensory, language, economic adaptations (25_ACCESSIBILITY_GUIDE.md)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Rural/underserved priority: Grant templates target Title I, REAP, USDA Rural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Indigenous knowledge integration: Local material traditions + circular principles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&amp;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Lead: [Your Name], [Title], [School/Org] — [brief bio]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Teacher Champions: 2-3 per school (PD certified)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Student Leads: 7 rotating roles per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Technical Advisor: [Local maker/engineer/university partner]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Community Partners: [Local cafés, recycling orgs, businesses]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Fiscal Sponsor: [School district / 501(c)(3) / PTA]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Open Source Community: 50+ educators on Discord, 500+ GitHub stars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Grant Request &amp; Use of Funds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7882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Funding Source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[Foundation 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schools × FabLab tier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Months 1-3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[Corporate Sponsor]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IoT sensor network + dashboard hosting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Months 1-2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[Government Grant]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District hub (Center tier) + 4 spoke schools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Months 1-6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PTA / Local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Consumables + safety gear + launch events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Months 1-2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In-Kind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Venue, mentorship, materials, volunteer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REQUEST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$105,000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district launch + open source maintenance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Fund Cap Collective?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✅ Proven model: Pilot schools hit 10K caps in 8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✅ Student-led: Builds agency, not teacher 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✅ Standards-aligned: Not an "add-on" — replaces/enhances existing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✅ Revenue-generating: Unique among sustainability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✅ Scalable: Hub-and-spoke model for district/state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✅ Open source: Your investment benefits schools globally, forever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✅ Measurable: Live data, third-party auditable, research-ready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✅ Community-centered: Closes loop with local businesses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1. Site visit / virtual demo: Schedule at capcollective.org/demo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2. Pilot agreement: 1 semester, 1 school, full kit +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3. Funding commitment: [Specific ask based on funder]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4. Launch date: Target [Month]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5. Impact reporting: Monthly dashboards + semester report + annual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Grant Pitch — capcollective.org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"Don't just watch the bridge being built. Cross it with us."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5D6A7"/>
                </a:solidFill>
                <a:latin typeface="Calibri"/>
              </a:defRPr>
            </a:pPr>
            <a:r>
              <a:t>capcollective.org | support@capcollective.org | @CapCollective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114800"/>
            <a:ext cx="3047695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